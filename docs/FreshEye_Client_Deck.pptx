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matzamat-gif.github.io/FreshEye" TargetMode="Externa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hlinkClick r:id="rId2" tooltip="פתח מהמכשיר הנייד"/>
          </p:cNvPr>
          <p:cNvSpPr/>
          <p:nvPr/>
        </p:nvSpPr>
        <p:spPr>
          <a:xfrm>
            <a:off x="8672147" y="4062412"/>
            <a:ext cx="2948063" cy="7334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נוי השדה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FreshEye — מצגת ללקוח</dc:title>
  <dc:subject>PptxGenJS Presentation</dc:subject>
  <dc:creator>FreshEye</dc:creator>
  <cp:lastModifiedBy>FreshEye</cp:lastModifiedBy>
  <cp:revision>1</cp:revision>
  <dcterms:created xsi:type="dcterms:W3CDTF">2026-07-30T13:44:12Z</dcterms:created>
  <dcterms:modified xsi:type="dcterms:W3CDTF">2026-07-30T13:44:12Z</dcterms:modified>
</cp:coreProperties>
</file>